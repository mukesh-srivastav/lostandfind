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F42DF4B-5518-4D53-93A1-56F4E8BF5167}" type="datetimeFigureOut">
              <a:rPr lang="en-US" smtClean="0"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C306F7E-2CCD-434B-84A5-60A8601AA9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419600"/>
            <a:ext cx="7772400" cy="1905000"/>
          </a:xfrm>
        </p:spPr>
        <p:txBody>
          <a:bodyPr>
            <a:normAutofit/>
          </a:bodyPr>
          <a:lstStyle/>
          <a:p>
            <a:pPr algn="r"/>
            <a:r>
              <a:rPr lang="en-US" dirty="0" smtClean="0"/>
              <a:t>		Developed by</a:t>
            </a:r>
          </a:p>
          <a:p>
            <a:pPr algn="r"/>
            <a:r>
              <a:rPr lang="en-US" dirty="0" smtClean="0"/>
              <a:t> </a:t>
            </a:r>
            <a:r>
              <a:rPr lang="en-US" dirty="0" err="1" smtClean="0"/>
              <a:t>Mukesh</a:t>
            </a:r>
            <a:r>
              <a:rPr lang="en-US" dirty="0" smtClean="0"/>
              <a:t> Kumar </a:t>
            </a:r>
            <a:r>
              <a:rPr lang="en-US" dirty="0" err="1" smtClean="0"/>
              <a:t>Srivastava</a:t>
            </a:r>
            <a:endParaRPr lang="en-US" dirty="0" smtClean="0"/>
          </a:p>
          <a:p>
            <a:pPr algn="r"/>
            <a:r>
              <a:rPr lang="en-US" dirty="0" smtClean="0"/>
              <a:t>Final Year CSE </a:t>
            </a:r>
          </a:p>
          <a:p>
            <a:pPr algn="r"/>
            <a:r>
              <a:rPr lang="en-US" dirty="0" smtClean="0"/>
              <a:t>HBTI Kanpur </a:t>
            </a:r>
          </a:p>
          <a:p>
            <a:pPr algn="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362200"/>
            <a:ext cx="7175351" cy="1793167"/>
          </a:xfrm>
        </p:spPr>
        <p:txBody>
          <a:bodyPr/>
          <a:lstStyle/>
          <a:p>
            <a:r>
              <a:rPr lang="en-US" dirty="0" smtClean="0"/>
              <a:t>Lost&amp;Find.com</a:t>
            </a:r>
            <a:br>
              <a:rPr lang="en-US" dirty="0" smtClean="0"/>
            </a:br>
            <a:r>
              <a:rPr lang="en-US" dirty="0"/>
              <a:t>	</a:t>
            </a:r>
            <a:r>
              <a:rPr lang="en-US" dirty="0" smtClean="0"/>
              <a:t>				</a:t>
            </a:r>
            <a:r>
              <a:rPr lang="en-US" sz="2800" dirty="0" smtClean="0"/>
              <a:t>A </a:t>
            </a:r>
            <a:r>
              <a:rPr lang="en-US" sz="2800" dirty="0"/>
              <a:t>PHP Website 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68914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7467600" cy="1295400"/>
          </a:xfrm>
        </p:spPr>
        <p:txBody>
          <a:bodyPr/>
          <a:lstStyle/>
          <a:p>
            <a:r>
              <a:rPr lang="en-US" dirty="0" smtClean="0"/>
              <a:t>What is Lost&amp;Find.com 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62000" y="1905000"/>
            <a:ext cx="7467600" cy="4724400"/>
          </a:xfrm>
        </p:spPr>
        <p:txBody>
          <a:bodyPr>
            <a:normAutofit/>
          </a:bodyPr>
          <a:lstStyle/>
          <a:p>
            <a:r>
              <a:rPr lang="en-US" dirty="0" err="1" smtClean="0"/>
              <a:t>Lost&amp;Find</a:t>
            </a:r>
            <a:r>
              <a:rPr lang="en-US" dirty="0" smtClean="0"/>
              <a:t> is a web Platform to provide a medium to the ones who are looking for their lost ones / items / stuff which was lost unintentionally during any occasion. </a:t>
            </a:r>
          </a:p>
          <a:p>
            <a:pPr marL="4572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4572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	Many times in our daily life we see many articles about lost persons , unknown found dead bodies at various locations by general public , many times many cases we see where one or more child is found at public places having no guardian , in these cases what we do is one or more person keeps the item / child / object to themselves and start looking for the right owner for that. </a:t>
            </a:r>
            <a:r>
              <a:rPr lang="en-US" dirty="0" err="1" smtClean="0"/>
              <a:t>Lost&amp;find</a:t>
            </a:r>
            <a:r>
              <a:rPr lang="en-US" dirty="0" smtClean="0"/>
              <a:t> is the digital form of this system .   </a:t>
            </a:r>
          </a:p>
        </p:txBody>
      </p:sp>
    </p:spTree>
    <p:extLst>
      <p:ext uri="{BB962C8B-B14F-4D97-AF65-F5344CB8AC3E}">
        <p14:creationId xmlns:p14="http://schemas.microsoft.com/office/powerpoint/2010/main" val="33353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6512511" cy="1143000"/>
          </a:xfrm>
        </p:spPr>
        <p:txBody>
          <a:bodyPr/>
          <a:lstStyle/>
          <a:p>
            <a:r>
              <a:rPr lang="en-US" dirty="0" smtClean="0"/>
              <a:t>How It works?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219200" y="1828800"/>
            <a:ext cx="6400800" cy="44653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 allows users to search for  the lost items they are looking for on the basis of item( Object ) name , Date , Location , Any of three whichever is clearly remembered , if there is any entry found match with the provided search input , user will get a list of matching data similar to that search input including other details like the person who currently owns the item , the person’s contact details, address so that user can communicate personally to the person who has found the item if item he/she has seen is of him/her own 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01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6512511" cy="1143000"/>
          </a:xfrm>
        </p:spPr>
        <p:txBody>
          <a:bodyPr/>
          <a:lstStyle/>
          <a:p>
            <a:r>
              <a:rPr lang="en-US" dirty="0" smtClean="0"/>
              <a:t>How It Works 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43000" y="2057400"/>
            <a:ext cx="6400800" cy="3474720"/>
          </a:xfrm>
        </p:spPr>
        <p:txBody>
          <a:bodyPr/>
          <a:lstStyle/>
          <a:p>
            <a:r>
              <a:rPr lang="en-US" dirty="0" smtClean="0"/>
              <a:t>The one who has found any stuff , He /She can post it here all the details regarding to the item i.e. Object name , Person’s name who has currently own the item , Image of the item and contact details . So that it can be added to the found item’s list and searching person can know it during search.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593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762000"/>
            <a:ext cx="6553200" cy="1143000"/>
          </a:xfrm>
        </p:spPr>
        <p:txBody>
          <a:bodyPr/>
          <a:lstStyle/>
          <a:p>
            <a:r>
              <a:rPr lang="en-US" dirty="0" smtClean="0"/>
              <a:t>Modules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43000" y="2590800"/>
            <a:ext cx="6553200" cy="3246120"/>
          </a:xfrm>
        </p:spPr>
        <p:txBody>
          <a:bodyPr>
            <a:normAutofit lnSpcReduction="10000"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/>
              <a:t>Home</a:t>
            </a:r>
          </a:p>
          <a:p>
            <a:pPr marL="50292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/>
              <a:t>Post</a:t>
            </a:r>
          </a:p>
          <a:p>
            <a:pPr marL="50292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/>
              <a:t>Search </a:t>
            </a:r>
          </a:p>
          <a:p>
            <a:pPr marL="50292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/>
              <a:t>Status</a:t>
            </a:r>
          </a:p>
          <a:p>
            <a:pPr marL="50292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/>
              <a:t>About us </a:t>
            </a:r>
          </a:p>
          <a:p>
            <a:pPr marL="4572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441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85800"/>
            <a:ext cx="6512511" cy="1143000"/>
          </a:xfrm>
        </p:spPr>
        <p:txBody>
          <a:bodyPr/>
          <a:lstStyle/>
          <a:p>
            <a:r>
              <a:rPr lang="en-US" dirty="0" smtClean="0"/>
              <a:t>Language and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43000" y="2667000"/>
            <a:ext cx="6553200" cy="347472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 smtClean="0"/>
              <a:t>Front End Development : HTML 5 , CSS , </a:t>
            </a:r>
            <a:r>
              <a:rPr lang="en-US" dirty="0" err="1" smtClean="0"/>
              <a:t>BootStrap</a:t>
            </a:r>
            <a:r>
              <a:rPr lang="en-US" dirty="0" smtClean="0"/>
              <a:t>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Back End Development : PHP , MYSQL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Server : Apache Web Server (</a:t>
            </a:r>
            <a:r>
              <a:rPr lang="en-US" dirty="0" err="1" smtClean="0"/>
              <a:t>Xampp</a:t>
            </a:r>
            <a:r>
              <a:rPr lang="en-US" dirty="0" smtClean="0"/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926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762000"/>
            <a:ext cx="6512511" cy="1371600"/>
          </a:xfrm>
        </p:spPr>
        <p:txBody>
          <a:bodyPr/>
          <a:lstStyle/>
          <a:p>
            <a:r>
              <a:rPr lang="en-US" sz="4800" dirty="0" smtClean="0"/>
              <a:t>Limitati</a:t>
            </a:r>
            <a:r>
              <a:rPr lang="en-US" sz="4400" dirty="0" smtClean="0"/>
              <a:t>ons 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43000" y="2286000"/>
            <a:ext cx="6629400" cy="3886200"/>
          </a:xfrm>
        </p:spPr>
        <p:txBody>
          <a:bodyPr>
            <a:normAutofit/>
          </a:bodyPr>
          <a:lstStyle/>
          <a:p>
            <a:r>
              <a:rPr lang="en-US" dirty="0" smtClean="0"/>
              <a:t>Does not provide any modification in post by the same user after posting the item .</a:t>
            </a:r>
          </a:p>
          <a:p>
            <a:r>
              <a:rPr lang="en-US" dirty="0" smtClean="0"/>
              <a:t>Needed an return system which a user can be used to select the item which has been successfully delivered to it’s owner / guardian  for deleting the post from home newsfeed and have a Delivered label on it’s contribution list.</a:t>
            </a:r>
          </a:p>
          <a:p>
            <a:r>
              <a:rPr lang="en-US" dirty="0" smtClean="0"/>
              <a:t>The data posted here about lost things is not verified so user needs  to check himself  about the originality of the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135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685800"/>
            <a:ext cx="6553200" cy="1143000"/>
          </a:xfrm>
        </p:spPr>
        <p:txBody>
          <a:bodyPr/>
          <a:lstStyle/>
          <a:p>
            <a:r>
              <a:rPr lang="en-US" dirty="0" smtClean="0"/>
              <a:t>Extensions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219200" y="2362200"/>
            <a:ext cx="6553200" cy="3779520"/>
          </a:xfrm>
        </p:spPr>
        <p:txBody>
          <a:bodyPr/>
          <a:lstStyle/>
          <a:p>
            <a:r>
              <a:rPr lang="en-US" dirty="0" smtClean="0"/>
              <a:t>Image Recognition Search : A new basis other than Name , Location , Date to search the item by uploading the picture of lost stuff and its results a list in which  the item’s picture is similar to  search input picture.</a:t>
            </a:r>
          </a:p>
          <a:p>
            <a:pPr lvl="0"/>
            <a:r>
              <a:rPr lang="en-US" dirty="0"/>
              <a:t>As like Post , There can be a Lost Module where user can report about a lost item and if that item is found there on matching of the Item’s Image or Date or Location Basis , It can also generate a list of the nearest possible  Items.</a:t>
            </a:r>
          </a:p>
          <a:p>
            <a:pPr marL="4572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9574866"/>
      </p:ext>
    </p:extLst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147</TotalTime>
  <Words>418</Words>
  <Application>Microsoft Office PowerPoint</Application>
  <PresentationFormat>On-screen Show (4:3)</PresentationFormat>
  <Paragraphs>30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Slipstream</vt:lpstr>
      <vt:lpstr>Lost&amp;Find.com      A PHP Website  </vt:lpstr>
      <vt:lpstr>What is Lost&amp;Find.com ? </vt:lpstr>
      <vt:lpstr>How It works?</vt:lpstr>
      <vt:lpstr>How It Works ? </vt:lpstr>
      <vt:lpstr>Modules </vt:lpstr>
      <vt:lpstr>Language and Tools</vt:lpstr>
      <vt:lpstr>Limitations </vt:lpstr>
      <vt:lpstr>Extensions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Lost&amp;Find.com      A PHP Website  </dc:title>
  <dc:creator>Dell</dc:creator>
  <cp:lastModifiedBy>Dell</cp:lastModifiedBy>
  <cp:revision>15</cp:revision>
  <dcterms:created xsi:type="dcterms:W3CDTF">2016-11-18T17:00:31Z</dcterms:created>
  <dcterms:modified xsi:type="dcterms:W3CDTF">2016-11-18T19:28:27Z</dcterms:modified>
</cp:coreProperties>
</file>